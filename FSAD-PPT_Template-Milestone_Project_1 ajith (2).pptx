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2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 Bold Italic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033" autoAdjust="0"/>
  </p:normalViewPr>
  <p:slideViewPr>
    <p:cSldViewPr>
      <p:cViewPr varScale="1">
        <p:scale>
          <a:sx n="40" d="100"/>
          <a:sy n="40" d="100"/>
        </p:scale>
        <p:origin x="900" y="2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168808" y="6071352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TICKET BOOKING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D.Tejababu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– VTU26448 – 23UECS0959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66637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Dr- Hafizur Rahman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1692835" y="6981343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</a:t>
            </a:r>
            <a:r>
              <a:rPr lang="en-US" sz="2000" dirty="0"/>
              <a:t>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304800" y="434567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              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334500B-8CEE-67F6-7C23-0E56323C3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41243"/>
            <a:ext cx="15849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this for Event Ticket System: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ticket booking systems lack seamless experience and instant confirmation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face difficulty in managing bookings and accessing tickets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downloadable ticket system in many basic platforms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Event Booking System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browse, book, and manage event tickets easily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generates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tickets instantly after booking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experience, reliability, and accessibility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48C8801-6C11-E8D2-6335-E810A47CC6C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354001" y="6333581"/>
            <a:ext cx="7112318" cy="10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F6A85FF-6DA3-8892-3202-1EFF1CB23FC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4400" y="2267307"/>
            <a:ext cx="12039600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provide smooth booking 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easily download or manage tickets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availability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UI/UX leads to confusion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users, organizers, and admins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user-friendly ticket system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F9D165-0257-3F17-0CA6-F930EB2CB6D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527951" y="3247323"/>
            <a:ext cx="151243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848F9-1256-24F7-80BE-6FDD039D0C4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4400" y="2353418"/>
            <a:ext cx="176022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event booking system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ticket booking and management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 ticket generation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 and fast performance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27CE09-95CD-77ED-CA6B-47607A3FED7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071684" y="4893260"/>
            <a:ext cx="83321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C051816-8E89-F2EC-41DB-376ADCB3FC3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95400" y="1234694"/>
            <a:ext cx="1211580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browse and search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tickets with real-time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generates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 ticket instantly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Organizers manage events and pricing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monitors system activity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on both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and desktop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user satisfaction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-762000" y="40499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82025-1777-13EE-0AC5-19B3098DB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1146935"/>
            <a:ext cx="14630400" cy="4221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623924-9463-E1C3-2FA6-662B22FFF1FA}"/>
              </a:ext>
            </a:extLst>
          </p:cNvPr>
          <p:cNvSpPr txBox="1"/>
          <p:nvPr/>
        </p:nvSpPr>
        <p:spPr>
          <a:xfrm rot="10800000" flipV="1">
            <a:off x="1066800" y="4736628"/>
            <a:ext cx="1620289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Input: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selects event and books ticket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Organizer creates events </a:t>
            </a:r>
          </a:p>
          <a:p>
            <a:pPr>
              <a:buNone/>
            </a:pPr>
            <a:r>
              <a:rPr lang="en-IN" b="1" dirty="0"/>
              <a:t>Processing: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Backend processes booking request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Payment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PDF generation </a:t>
            </a:r>
          </a:p>
          <a:p>
            <a:pPr>
              <a:buNone/>
            </a:pPr>
            <a:r>
              <a:rPr lang="en-IN" b="1" dirty="0"/>
              <a:t>Database: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Stores user, event, booking, ticket data </a:t>
            </a:r>
          </a:p>
          <a:p>
            <a:pPr>
              <a:buNone/>
            </a:pPr>
            <a:r>
              <a:rPr lang="en-IN" b="1" dirty="0"/>
              <a:t>Output: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Booking confirmation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Downloadable PDF ticket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Email notification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F87B85-D7E2-66B6-9208-2D1CD6ADBBB3}"/>
              </a:ext>
            </a:extLst>
          </p:cNvPr>
          <p:cNvSpPr txBox="1"/>
          <p:nvPr/>
        </p:nvSpPr>
        <p:spPr>
          <a:xfrm>
            <a:off x="1524000" y="3298547"/>
            <a:ext cx="118110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event and books ticket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 creates events </a:t>
            </a: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processes booking request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generation </a:t>
            </a: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user, event, booking, ticket data </a:t>
            </a: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confirmation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Downloadable PDF ticket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E42DF-1C85-714B-A043-6373B2987A73}"/>
              </a:ext>
            </a:extLst>
          </p:cNvPr>
          <p:cNvSpPr txBox="1"/>
          <p:nvPr/>
        </p:nvSpPr>
        <p:spPr>
          <a:xfrm>
            <a:off x="2286000" y="647700"/>
            <a:ext cx="11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57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6FCDC-9A24-B83C-5937-DAA0FFB91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1943100"/>
            <a:ext cx="7924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/ HTML / CSS / JavaScript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/ Express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/ PostgreSQL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Generation: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Puppeteer /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PDFKit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371600" y="2902587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Event Management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edit, delete events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Booking System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book tickets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PDF Ticket Generation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downloadable ticket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User Management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Profile, bookings, history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Admin Dashboard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users and bookings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1828800" y="1813103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3969D-F724-656E-7A9C-E8B74DD05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255" y="1728787"/>
            <a:ext cx="13792200" cy="775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C9F56-7772-94DA-AC95-1E0451FC26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705165"/>
            <a:ext cx="14935200" cy="74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758F2-97B2-74D9-803C-90F8B80984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131" y="2433682"/>
            <a:ext cx="15116175" cy="712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0BD176-BD1C-A68A-F821-B53BCCC46E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271587"/>
            <a:ext cx="15220950" cy="774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16A96-30E2-00EB-FBE0-B2667F0F7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409700"/>
            <a:ext cx="8382000" cy="853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93718B-B845-821B-DBE1-1F8A8B9B4BE6}"/>
              </a:ext>
            </a:extLst>
          </p:cNvPr>
          <p:cNvSpPr txBox="1"/>
          <p:nvPr/>
        </p:nvSpPr>
        <p:spPr>
          <a:xfrm>
            <a:off x="2362200" y="342900"/>
            <a:ext cx="11353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06B5AF-7776-0351-9AAD-9EBD8E373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1409698"/>
            <a:ext cx="8839200" cy="853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6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856796-B83D-A0E3-EF23-39B13F4D75FF}"/>
              </a:ext>
            </a:extLst>
          </p:cNvPr>
          <p:cNvSpPr txBox="1"/>
          <p:nvPr/>
        </p:nvSpPr>
        <p:spPr>
          <a:xfrm>
            <a:off x="3429000" y="647700"/>
            <a:ext cx="11353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46C6A-2A4B-91AE-8879-080497717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78696"/>
            <a:ext cx="8839200" cy="84654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458C52-D154-E86A-C134-B216389A5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2" y="1478695"/>
            <a:ext cx="8000998" cy="846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97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8A98D-1C80-3232-0357-764D1DF76289}"/>
              </a:ext>
            </a:extLst>
          </p:cNvPr>
          <p:cNvSpPr txBox="1"/>
          <p:nvPr/>
        </p:nvSpPr>
        <p:spPr>
          <a:xfrm>
            <a:off x="1788451" y="2552700"/>
            <a:ext cx="152019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ticket booking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PDF download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UI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Multi-device support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dependency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traffic may affect performance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494</Words>
  <Application>Microsoft Office PowerPoint</Application>
  <PresentationFormat>Custom</PresentationFormat>
  <Paragraphs>183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Times New Roman</vt:lpstr>
      <vt:lpstr>Gotham Bold Italics</vt:lpstr>
      <vt:lpstr>Calibri</vt:lpstr>
      <vt:lpstr>Arial</vt:lpstr>
      <vt:lpstr>Cambria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Akuthota Ramcharan</cp:lastModifiedBy>
  <cp:revision>20</cp:revision>
  <dcterms:created xsi:type="dcterms:W3CDTF">2006-08-16T00:00:00Z</dcterms:created>
  <dcterms:modified xsi:type="dcterms:W3CDTF">2026-04-20T05:23:07Z</dcterms:modified>
  <dc:identifier>DAHCaYqJ9OU</dc:identifier>
</cp:coreProperties>
</file>